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45720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760720"/>
            <a:ext cx="45720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00584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E40AF"/>
                </a:solidFill>
                <a:latin typeface="Arial"/>
              </a:defRPr>
            </a:pPr>
            <a:r>
              <a:t>RAOS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Arial"/>
              </a:defRPr>
            </a:pPr>
            <a:r>
              <a:t>v3.0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RAOS — Admin 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3C5FD"/>
                </a:solidFill>
                <a:latin typeface="Arial"/>
              </a:defRPr>
            </a:pPr>
            <a:r>
              <a:t>Foydalanish bo'yicha qo'llanma  |  Руководство пользователя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Arial"/>
              </a:defRPr>
            </a:pPr>
            <a:r>
              <a:t>Retail &amp; Asset Operating System  |  Multi-tenant  |  Offline-first  |  Kosmetika Savdosi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Arial"/>
              </a:defRPr>
            </a:pPr>
            <a:r>
              <a:t>raos.uz  |  2025-2026  |  Kosmetika Savdosi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Mundarija  |  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61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Tizimga kirish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361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Login sahifasi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305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Bosh sahifa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048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Dashboard — KPI, grafik, top mahsulotlar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92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Katalog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73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Mahsulotlar, kategoriyalar, yetkazuvchilar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8620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Ombor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1422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Qoldiqlar, kirim, chiqim, harakatlar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5488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365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Mijozlar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Mijozlar bazasi va xarid tarixi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62356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6052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Xodimlar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8795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Rollar va vakolatlar boshqaruvi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28016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261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Sotuvlar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15361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Buyurtmalar, qaytarishlar, smenalar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14884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305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Hisobotlar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4048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Kunlik tushum, top mahsulotlar, filiallar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01752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29992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Analitika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273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Biznes ko'rsatkichlari va trendlar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88620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8679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Moliya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1422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Nasiya, chegirmalar, xarajatlar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75488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7365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Ko'chmas mulk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Ijaralar, shartnomalar, ROI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623560"/>
            <a:ext cx="5029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56052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Arial"/>
              </a:defRPr>
            </a:pPr>
            <a:r>
              <a:t>Sozlamalar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58795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Arial"/>
              </a:defRPr>
            </a:pPr>
            <a:r>
              <a:t>Foydalanuvchilar, filiallar, printer,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01  Tizimga kirish  | 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Brauzerda raos.uz manzilini oching → Email va parolni kiriting → "Kirish" tugmasini bosing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01  Login — Maydonlar to'ldirilganda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Email: owner@kosmetika.uz  |  Parol: ********  |  Kirish tugmasi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login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02  Bosh sahifa  | 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KPI kartochkalar, haftalik sotuv grafigi, filiallar daromadi, top mahsulotlar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03  Katalog — Mahsulotlar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26 ta mahsulot  |  SKU, narx, kategoriya, qoldiq  |  Qo'shish, tahrirlash, yorliq chop etish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03  Katalog — Kategoriyalar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8 ta kategoriya  |  Yuz parvarishi, Soch, Parfyumeriya, Dekorativ, Tirnoq, Gigiena, Aksessuarlar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03  Katalog — Yetkazib beruvchilar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5 ta yetkazuvchi  |  L'Oréal, Nivea, Korean Beauty, P&amp;G, Istanbul Cosmetics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sup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04  Ombor  |  Inventar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Zaxira holati  |  Harakatlar tarixi  |  Nakladnoy  |  Kirim / Chiqim / Tester tugmalari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05  Mijozlar  | 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12 ta mijoz  |  Ism, telefon, xarid tarixi  |  Filial bo'yicha filtr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06  Xodimlar  | 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8 ta xodim  |  Owner, Admin, Manager, Cashier, Warehouse  |  Filialga biriktirish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wor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07  Hisobotlar  | 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Kunlik tushum  |  Top mahsulotlar  |  Filial solishtirish  |  Smena hisoboti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08  Analitika  | 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Umumiy daromad, buyurtmalar, o'rtacha chek  |  Sotuv trendi  |  ABC tahlil  |  Kassirlar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09  Nasiya  |  Qarzlar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Mijoz qarzlari  |  To'lov muddati  |  Qisman to'lov  |  Eslatma yuborish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_nas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09  Chegirmalar boshqaruvi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Foizli va summaviy chegirmalar  |  Boshlanish/tugash sanasi  |  Faol/Kutilmoqda/Yakunlangan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8_cheg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10  Ko'chmas mulk  |  Real Estate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Mulklar, ijara shartnomalar, to'lov jadvali, ROI hisoblash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_reale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09  Aksiyalar  |  Promotions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Maxsus aksiya va promo-kodlar  |  Muddat belgilash  |  Statistika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7_promo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09  Valyuta kurslari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USD, EUR, RUB kurslar  |  CBU dan avtomatik yangilanadi  |  Kunlik tarix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9_exchange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Topshiriqlar  | 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Jamoa vazifalari  |  Bajarilish holati  |  Prioritet  |  Mas'ul xodim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Sozlamalar — Foydalanuvchilar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Xodim qo'shish  |  Rol biriktirish (Owner/Admin/Manager/Cashier/Warehouse)  |  Parol tiklash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4_settings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Sozlamalar — Filiallar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3 ta filial: Chilonzor, Mirzo Ulug'bek, Sergeli  |  Manzil  |  Xodimlar soni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5_settings_bra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Sozlamalar — Printer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Chek printer sozlamalari  |  Printer turi  |  Test chek  |  Shablon tahrirlash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_pr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Sozlamalar —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Tarif rejasi  |  To'lov holati  |  Obuna boshqaruvi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0_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12  Sozlamalar — Audit jurnal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Barcha amallar logi  |  Kim, qachon, nima qildi  |  Sana bo'yicha filtr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1_audit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Onboarding — Boshlang'ich sozlash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Yangi foydalanuvchi uchun tizimni sozlash bosqichlari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643055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2_onbo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67" y="1051560"/>
            <a:ext cx="9916160" cy="55778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Foydalanuvchilar va rollar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3C5FD"/>
                </a:solidFill>
                <a:latin typeface="Arial"/>
              </a:defRPr>
            </a:pPr>
            <a:r>
              <a:t>Tizimga kirish uchun login ma'lumotlari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60175" y="274320"/>
            <a:ext cx="45720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Ism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Parol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owner@kosmetika.uz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Akbar Tursunov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admin@kosmetika.uz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Dilnoza Yusupova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manager.chilonzor@kosmetika.uz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Jasur Toshmatov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manager.mirzo@kosmetika.uz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Sardor Karimov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MANAGER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kassir.malika@kosmetika.uz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Malika Rahimova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CASHIER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kassir.zulfiya@kosmetika.uz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Zulfiya Nazarova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CASHIER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kassir.muhabbat@kosmetika.uz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Muhabbat Aliyeva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CASHIER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ombor@kosmetika.uz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Bobur Xolmatov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WAREHOUSE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Demo2026!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Arial"/>
              </a:defRPr>
            </a:pPr>
            <a:r>
              <a:t>Rol ierarxiyasi: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55448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76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OWNER (5)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27608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5212080"/>
            <a:ext cx="1554480" cy="4572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5276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ADMIN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527608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5212080"/>
            <a:ext cx="155448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5276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MANAGER (3)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27608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212080"/>
            <a:ext cx="155448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5276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CASHIER (2)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27608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5212080"/>
            <a:ext cx="155448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5276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WAREHOUSE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5276088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5212080"/>
            <a:ext cx="1554480" cy="45720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5276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VIEWER (1)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0" y="109728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37160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Arial"/>
              </a:defRPr>
            </a:pPr>
            <a:r>
              <a:t>RAOS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Arial"/>
              </a:defRPr>
            </a:pPr>
            <a:r>
              <a:t>v3.0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Savollar bo'lsa — administratorga murojaat qiling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3C5FD"/>
                </a:solidFill>
                <a:latin typeface="Arial"/>
              </a:defRPr>
            </a:pPr>
            <a:r>
              <a:t>Telegram: @raos_support  |  Email: support@raos.uz  |  Web: raos.uz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Arial"/>
              </a:defRPr>
            </a:pPr>
            <a:r>
              <a:t>Kosmetika Savdosi  |  Chilonzor  |  Mirzo Ulug'bek  |  Sergeli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Arial"/>
              </a:defRPr>
            </a:pPr>
            <a:r>
              <a:t>RAOS  2025-2026. Barcha huquqlar himoyalangan.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