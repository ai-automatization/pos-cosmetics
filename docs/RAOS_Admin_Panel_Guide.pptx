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53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0" y="1097280"/>
            <a:ext cx="21031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E40AF"/>
                </a:solidFill>
                <a:latin typeface="Arial"/>
              </a:defRPr>
            </a:pPr>
            <a:r>
              <a:t>RAOS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Arial"/>
              </a:defRPr>
            </a:pPr>
            <a:r>
              <a:t>v3.0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RAOS — Admin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3C5FD"/>
                </a:solidFill>
                <a:latin typeface="Arial"/>
              </a:defRPr>
            </a:pPr>
            <a:r>
              <a:t>Foydalanish bo'yicha qo'llanma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FDBFE"/>
                </a:solidFill>
                <a:latin typeface="Arial"/>
              </a:defRPr>
            </a:pPr>
            <a:r>
              <a:t>Retail &amp; Asset Operating System  |  Multi-tenant  |  Offline-first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C5FD"/>
                </a:solidFill>
                <a:latin typeface="Arial"/>
              </a:defRPr>
            </a:pPr>
            <a:r>
              <a:t>raos.uz  | 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Mundarija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46304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Tizimga kirish (Login)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91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Brauzer orqali tizimga kirish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4028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219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Bosh sahifa (Dashboard)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68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Asosiy ko'rsatkichlar va grafik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01752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992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Katalog — Mahsulotlar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46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Tovarlar, kategoriyalar, yetkazuvchilar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79476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7764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Ombor (Inventory)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023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Qoldiqlar, kirim, chiqim, harakatlar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57200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5537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Mijozlar (Customers)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800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Mijozlar bazasi va tarix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3309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Xodimlar (Workers)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Hodimlar va rollar boshqaruvi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146304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Sotuvlar va Kassa (POS)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691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Buyurtmalar, qaytarishlar, smenalar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224028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2219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Hisobotlar va Analitika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68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Kunlik tushum, top mahsulotlar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301752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9992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Moliya — Nasiya / Chegirma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46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Qarz boshqaruvi va chegirmalar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379476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7764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Ko'chmas mulk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023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Ijaralar va daromadlilik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0" y="457200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5537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Sozlamalar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800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Foydalanuvchilar, filiallar, printer</a:t>
            </a:r>
          </a:p>
        </p:txBody>
      </p:sp>
      <p:sp>
        <p:nvSpPr>
          <p:cNvPr id="38" name="Oval 37"/>
          <p:cNvSpPr/>
          <p:nvPr/>
        </p:nvSpPr>
        <p:spPr>
          <a:xfrm>
            <a:off x="6400800" y="534924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53309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rial"/>
              </a:defRPr>
            </a:pPr>
            <a:r>
              <a:t>Kundalik ish tartibi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Har kungi qadamlar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1. Tizimga kirish (Login)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rial"/>
              </a:defRPr>
            </a:pPr>
            <a:r>
              <a:t>Brauzerda admin panel manzilini oching: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457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onsolas"/>
              </a:defRPr>
            </a:pPr>
            <a:r>
              <a:t>https://your-domain.com/login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560320"/>
          <a:ext cx="50292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38328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Maydon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Tavsif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Admin email manzilingiz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Parol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Administrator bergan parol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114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Barcha maydonlarni to'ldiring va "Войти" tugmasini bosing.</a:t>
            </a:r>
            <a:br/>
            <a:br/>
            <a:r>
              <a:t>Eslatma: Tizim sizning rolingizga qarab tegishli panelni ochadi (Owner / Admin / Manager / Warehouse).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71600"/>
            <a:ext cx="4754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  <a:latin typeface="Arial"/>
              </a:defRPr>
            </a:pPr>
            <a:r>
              <a:t>RAOS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Arial"/>
              </a:defRPr>
            </a:pPr>
            <a:r>
              <a:t>Вход в систему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834640"/>
            <a:ext cx="3291840" cy="457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8986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Email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474720"/>
            <a:ext cx="3291840" cy="457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35387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Parol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206240"/>
            <a:ext cx="3291840" cy="4572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42702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Войти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0292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Rollar: Owner (5) &gt; Admin (4) &gt; Manager (3) &gt; Cashier (2) &gt; Viewer (1)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2. Bosh sahifa (Dashboard)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51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Bugungi sotuvlar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Arial"/>
              </a:defRPr>
            </a:pPr>
            <a:r>
              <a:t>1,250,000 so'm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rial"/>
              </a:defRPr>
            </a:pPr>
            <a:r>
              <a:t>Bugungi barcha sotuvlar yig'indisi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651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651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Bugungi tushum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Arial"/>
              </a:defRPr>
            </a:pPr>
            <a:r>
              <a:t>850,000 so'm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rial"/>
              </a:defRPr>
            </a:pPr>
            <a:r>
              <a:t>Sof tushum summasi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651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6517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Buyurtmalar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Arial"/>
              </a:defRPr>
            </a:pPr>
            <a:r>
              <a:t>47 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rial"/>
              </a:defRPr>
            </a:pPr>
            <a:r>
              <a:t>Bugungi buyurtmalar soni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371600"/>
            <a:ext cx="2651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37160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Kam qolgan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Arial"/>
              </a:defRPr>
            </a:pPr>
            <a:r>
              <a:t>12 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rial"/>
              </a:defRPr>
            </a:pPr>
            <a:r>
              <a:t>Kamayib qolgan tovarlar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017520"/>
            <a:ext cx="68580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Haftalik tushum grafigi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8720" y="3931920"/>
            <a:ext cx="457200" cy="20116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6035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Du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4297680"/>
            <a:ext cx="457200" cy="1645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6035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0" y="3383280"/>
            <a:ext cx="457200" cy="2560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6035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20440" y="4114800"/>
            <a:ext cx="457200" cy="1828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6035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Pa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200400"/>
            <a:ext cx="457200" cy="2743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6035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Ju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74920" y="4572000"/>
            <a:ext cx="45720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0" y="6035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Sh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52160" y="5212080"/>
            <a:ext cx="45720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06440" y="6035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Ya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80960" y="3017520"/>
            <a:ext cx="39319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Top mahsulotlar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3749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1. Krem SPF-50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374903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Arial"/>
              </a:defRPr>
            </a:pPr>
            <a:r>
              <a:t>128 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41605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2. Lak Red Rose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416051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Arial"/>
              </a:defRPr>
            </a:pPr>
            <a:r>
              <a:t>95 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457199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3. Shampun Argan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457199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Arial"/>
              </a:defRPr>
            </a:pPr>
            <a:r>
              <a:t>87 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49834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4. Parfum Chanel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498347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Arial"/>
              </a:defRPr>
            </a:pPr>
            <a:r>
              <a:t>72 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53949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5. Tush Mascara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539495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Arial"/>
              </a:defRPr>
            </a:pPr>
            <a:r>
              <a:t>65 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3. Katalog — Mahsulotlar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rial"/>
              </a:defRPr>
            </a:pPr>
            <a:r>
              <a:t>"Каталог" &gt; "Товары" bo'limiga o'ting. Barcha mahsulotlaringizni shu yerda boshqarasiz.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88696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828800"/>
                <a:gridCol w="1371600"/>
                <a:gridCol w="1097280"/>
                <a:gridCol w="9144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Nomi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SKU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Kategoriya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Narxi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Qoldiq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Holat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Krem SPF-50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COS-001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Yuz parvarishi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85,000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Faol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Lak Red Rose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COS-002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Tirnoq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35,000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Faol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Shampun Argan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COS-003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Soch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Faol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Parfum Chanel No.5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COS-004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Parfyumeriya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450,000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Kam!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Tush Mascara Pro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COS-005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Ko'z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Faol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572000"/>
            <a:ext cx="26060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260604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Arial"/>
              </a:defRPr>
            </a:pPr>
            <a:r>
              <a:t>Qo'shish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Arial"/>
              </a:defRPr>
            </a:pPr>
            <a:r>
              <a:t>"Добавить" tugmasi orqali yangi mahsulot kiritasiz. Nomi, SKU, narx, kategoriya — majburiy maydonlar.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4572000"/>
            <a:ext cx="26060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4572000"/>
            <a:ext cx="260604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4754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Arial"/>
              </a:defRPr>
            </a:pPr>
            <a:r>
              <a:t>Tahrirlash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507492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Arial"/>
              </a:defRPr>
            </a:pPr>
            <a:r>
              <a:t>Mahsulot qatorini bosib tahrirlash oynasini ochasiz. Narx, nom, kategoriyani o'zgartirish mumkin.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572000"/>
            <a:ext cx="26060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4572000"/>
            <a:ext cx="260604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754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Arial"/>
              </a:defRPr>
            </a:pPr>
            <a:r>
              <a:t>Shtrix-kod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07492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Arial"/>
              </a:defRPr>
            </a:pPr>
            <a:r>
              <a:t>Har mahsulotga barcode biriktiriladi. Kamera yoki skaner orqali tezkor qidiruv.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4572000"/>
            <a:ext cx="26060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4572000"/>
            <a:ext cx="260604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4754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Arial"/>
              </a:defRPr>
            </a:pPr>
            <a:r>
              <a:t>Import/Export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507492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Arial"/>
              </a:defRPr>
            </a:pPr>
            <a:r>
              <a:t>Excel yoki CSV fayldan tovarlarni import qilish mumkin. Eksport ham mavjud.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3b. Kategoriyalar va Yetkazib beruvchilar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44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  Kategoriyalar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Mahsulotlarni guruhlarga ajratish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219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Masalan: Yuz parvarishi, Soch, Tirnoq, Parfyumeriya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780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Har kategoriya uchun ota-kategoriya tanlanishi mumkin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340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Drag-and-drop tartib o'zgartirish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900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Kategoriya bo'yicha filtr va hisobot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444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  Yetkazib beruvchilar (Поставщики)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Yetkazib beruvchilar ro'yxati va kontaktlar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2219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Har bir yetkazuvchi uchun: ism, telefon, kompaniya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4780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Kirim (поставка) yetkazuvchiga bog'lanadi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7340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Qarz holati: qancha to'lanmagan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9900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Yetkazuvchi bo'yicha tarix ko'rish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4. Ombor (Inventory)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974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Arial"/>
              </a:defRPr>
            </a:pPr>
            <a:r>
              <a:t>Qoldiqlar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Barcha mahsulotlarning hozirgi ombordagi miqdori. Kamayib qolganlar qizil rang bilan belgilanadi.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26974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371600"/>
            <a:ext cx="26974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Arial"/>
              </a:defRPr>
            </a:pPr>
            <a:r>
              <a:t>Kirim (Приход)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9659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Yangi tovar kelganda "Приход" tugmasini bosib miqdor kiritasiz. Yetkazuvchi va narxni tanlang.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6974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6974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Arial"/>
              </a:defRPr>
            </a:pPr>
            <a:r>
              <a:t>Chiqim (Расход)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659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Tovar omborddan chiqarilganda — singan, eskirgan, tester uchun. Sababini tanlash majburiy.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371600"/>
            <a:ext cx="26974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371600"/>
            <a:ext cx="26974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Arial"/>
              </a:defRPr>
            </a:pPr>
            <a:r>
              <a:t>Harakatlar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9659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Barcha kirim/chiqim tarixi. Sana, miqdor, sabab, kim kiritgani ko'rinadi.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Ombor harakat turlari: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31520" y="438912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Harakat turi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Tavsif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Misol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PURCHASE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Yetkazuvchidan yangi tovar kelishi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100 ta krem sotib olindi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SALE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Mijozga sotish (avtomatik)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Kassadan 1 ta sotildi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RETURN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Mijozdan qaytarish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Buzilgan tovar qaytarildi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ADJUSTMENT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Inventarizatsiya tuzatish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Sanash: +5 / -3 farq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TESTER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Tester uchun chiqim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Namuna uchun 2 ta ajratildi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WASTE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Buzilgan / eskirgan tovar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3 ta muddati o'tgan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TRANSFER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Filiallar arasi ko'chirish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Filial A -&gt; Filial B: 20 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5. Mijozlar (Customers)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rial"/>
              </a:defRPr>
            </a:pPr>
            <a:r>
              <a:t>"Клиенты" bo'limida barcha mijozlaringizni boshqaring: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  Mijoz qo'shish: Ism, telefon,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  Mijoz tarixini ko'rish: barcha xaridlar, to'lovlar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  Nasiya (qarz) holati: qancha qarz bor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  Mijoz kartasi: umumiy xarid summasi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  Ism yoki telefon bo'yicha tezkor qidiruv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20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  Filtr: Barcha / Qarzdorlar / Faol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  Eksport: CSV yoki Excel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371600"/>
            <a:ext cx="45720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1371600"/>
            <a:ext cx="45720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43560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Mijoz kartasi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0" y="210312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240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017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Arial"/>
              </a:defRPr>
            </a:pPr>
            <a:r>
              <a:t>Ism: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017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Aliyeva Aziza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319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Arial"/>
              </a:defRPr>
            </a:pPr>
            <a:r>
              <a:t>Tel: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3192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+998 90 123 45 67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6210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Arial"/>
              </a:defRPr>
            </a:pPr>
            <a:r>
              <a:t>Email: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6210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aziza@gmail.com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9227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Arial"/>
              </a:defRPr>
            </a:pPr>
            <a:r>
              <a:t>Jami xarid: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9227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4,500,000 so'm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224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Arial"/>
              </a:defRPr>
            </a:pPr>
            <a:r>
              <a:t>Nasiya: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224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250,000 so'm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Arial"/>
              </a:defRPr>
            </a:pPr>
            <a:r>
              <a:t>Oxirgi tashrif: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2026-05-10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6. Xodimlar (Workers)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Arial"/>
              </a:defRPr>
            </a:pPr>
            <a:r>
              <a:t>Rollar va vakolatlar: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54864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301752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Rol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Daraja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Asosiy vakolat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5 (max)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Barcha huquqlar, moliya, sozlamalar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Admin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Xodimlar, katalog, hisobot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Manager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Filial boshqaruvi, kassa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Cashier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Faqat kassa va sotuvlar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Viewer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 (min)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Faqat ko'rish (read-only)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Arial"/>
              </a:defRPr>
            </a:pPr>
            <a:r>
              <a:t>Xodim boshqaruvi: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  Xodim qo'shish: Ism, email, telefon, 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2677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  Filialga biriktirish (bir nechta mumkin)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6151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  Parol berish va tiklash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9626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  Xodimni bloklash / faollashtirish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3101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  Oxirgi kirish vaqtini ko'rish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  Smena tarixi: qachon ishlagan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005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  Xodim bo'yicha sotuv hisoboti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Arial"/>
              </a:defRPr>
            </a:pPr>
            <a:r>
              <a:t>Muhim eslatma: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Har bir xodim faqat o'ziga tegishli filiallar ma'lumotlarini ko'radi. Boshqa filial ma'lumotlariga kirish TAQIQLANGAN (multi-tenant izolyatsiya).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7. Sotuvlar va Kassa (POS)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974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Arial"/>
              </a:defRPr>
            </a:pPr>
            <a:r>
              <a:t>Buyurtmalar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Barcha sotuvlar ro'yxati. Sana, mijoz, summa, holat ko'rinadi. Filtr: bugun, hafta, oy.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26974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371600"/>
            <a:ext cx="26974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Arial"/>
              </a:defRPr>
            </a:pPr>
            <a:r>
              <a:t>Qaytarishlar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9202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Mijoz tovarni qaytarsa — sabab va miqdor kiritiladi. Ombor avtomatik yangilanadi.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6974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6974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Arial"/>
              </a:defRPr>
            </a:pPr>
            <a:r>
              <a:t>Smenalar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Kassir smena ochadi va yopadi. Smena hisoboti: naqd, terminal, jami.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371600"/>
            <a:ext cx="26974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371600"/>
            <a:ext cx="26974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Arial"/>
              </a:defRPr>
            </a:pPr>
            <a:r>
              <a:t>To'lov usullari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9202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Naqd, terminal, Click, Payme. Bir buyurtma uchun bir nechta usul (split payment).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Arial"/>
              </a:defRPr>
            </a:pPr>
            <a:r>
              <a:t>Kassa (POS Desktop) ishlash tartibi:</a:t>
            </a:r>
          </a:p>
        </p:txBody>
      </p:sp>
      <p:sp>
        <p:nvSpPr>
          <p:cNvPr id="22" name="Oval 21"/>
          <p:cNvSpPr/>
          <p:nvPr/>
        </p:nvSpPr>
        <p:spPr>
          <a:xfrm>
            <a:off x="1325880" y="4206240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00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Arial"/>
              </a:defRPr>
            </a:pPr>
            <a:r>
              <a:t>Smena oching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74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Arial"/>
              </a:defRPr>
            </a:pPr>
            <a:r>
              <a:t>Kassir "Смена открыть" tugmasini bosadi</a:t>
            </a:r>
          </a:p>
        </p:txBody>
      </p:sp>
      <p:sp>
        <p:nvSpPr>
          <p:cNvPr id="25" name="Oval 24"/>
          <p:cNvSpPr/>
          <p:nvPr/>
        </p:nvSpPr>
        <p:spPr>
          <a:xfrm>
            <a:off x="3200399" y="4206240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79" y="4800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Arial"/>
              </a:defRPr>
            </a:pPr>
            <a:r>
              <a:t>Tovar qo'shing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59" y="5074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Arial"/>
              </a:defRPr>
            </a:pPr>
            <a:r>
              <a:t>Shtrix-kod skanerlang yoki qidiring</a:t>
            </a:r>
          </a:p>
        </p:txBody>
      </p:sp>
      <p:sp>
        <p:nvSpPr>
          <p:cNvPr id="28" name="Oval 27"/>
          <p:cNvSpPr/>
          <p:nvPr/>
        </p:nvSpPr>
        <p:spPr>
          <a:xfrm>
            <a:off x="5074918" y="4206240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1998" y="4800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Arial"/>
              </a:defRPr>
            </a:pPr>
            <a:r>
              <a:t>Miqdor kiriting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78" y="5074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Arial"/>
              </a:defRPr>
            </a:pPr>
            <a:r>
              <a:t>Har tovar uchun miqdorni belgilang</a:t>
            </a:r>
          </a:p>
        </p:txBody>
      </p:sp>
      <p:sp>
        <p:nvSpPr>
          <p:cNvPr id="31" name="Oval 30"/>
          <p:cNvSpPr/>
          <p:nvPr/>
        </p:nvSpPr>
        <p:spPr>
          <a:xfrm>
            <a:off x="6949437" y="4206240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17" y="4800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Arial"/>
              </a:defRPr>
            </a:pPr>
            <a:r>
              <a:t>To'lov tanlang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797" y="5074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Arial"/>
              </a:defRPr>
            </a:pPr>
            <a:r>
              <a:t>Naqd, terminal, yoki aralash</a:t>
            </a:r>
          </a:p>
        </p:txBody>
      </p:sp>
      <p:sp>
        <p:nvSpPr>
          <p:cNvPr id="34" name="Oval 33"/>
          <p:cNvSpPr/>
          <p:nvPr/>
        </p:nvSpPr>
        <p:spPr>
          <a:xfrm>
            <a:off x="8823956" y="4206240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6" y="4800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Arial"/>
              </a:defRPr>
            </a:pPr>
            <a:r>
              <a:t>Chek chiqaring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6" y="5074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Arial"/>
              </a:defRPr>
            </a:pPr>
            <a:r>
              <a:t>Printer orqali chek chop etiladi</a:t>
            </a:r>
          </a:p>
        </p:txBody>
      </p:sp>
      <p:sp>
        <p:nvSpPr>
          <p:cNvPr id="37" name="Oval 36"/>
          <p:cNvSpPr/>
          <p:nvPr/>
        </p:nvSpPr>
        <p:spPr>
          <a:xfrm>
            <a:off x="10698475" y="4206240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55" y="4800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Arial"/>
              </a:defRPr>
            </a:pPr>
            <a:r>
              <a:t>Smena yoping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35" y="5074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Arial"/>
              </a:defRPr>
            </a:pPr>
            <a:r>
              <a:t>Kun oxirida smena hisoboti ko'ring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48840" y="4297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59" y="4297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78" y="4297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397" y="4297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16" y="4297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Arial"/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8. Hisobotlar va Analitika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Arial"/>
              </a:defRPr>
            </a:pPr>
            <a:r>
              <a:t>Kunlik tushum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Har kungi sotuv summasi grafik va jadval ko'rinishida. Filial bo'yicha filtrlash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37160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37160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Arial"/>
              </a:defRPr>
            </a:pPr>
            <a:r>
              <a:t>Top mahsulotlar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0116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Eng ko'p sotilgan tovarlar reytingi. Oy yoki hafta bo'yicha ko'rish.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8" y="137160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8" y="137160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8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Arial"/>
              </a:defRPr>
            </a:pPr>
            <a:r>
              <a:t>Filial taqqoslash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8" y="20116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Filiallarni sotuv, tushum, buyurtmalar bo'yicha solishtirish.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02336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Arial"/>
              </a:defRPr>
            </a:pPr>
            <a:r>
              <a:t>Smena hisoboti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Har smena uchun: naqd, terminal, jami. Kassir bo'yicha batafsil.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402336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79" y="402336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79" y="4251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Arial"/>
              </a:defRPr>
            </a:pPr>
            <a:r>
              <a:t>Foyda va zarar (P&amp;L)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Tushum minus xarajatlar = sof foyda. Oylik va yillik ko'rinish.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8" y="402336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18" y="402336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8" y="4251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Arial"/>
              </a:defRPr>
            </a:pPr>
            <a:r>
              <a:t>Konstruktor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8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O'zingiz xohlagan hisobotni yarating. Filtrlar va ustunlarni tanlang.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9. Moliya — Nasiya va Chegirmalar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44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  Nasiya (Qarz boshqaruvi)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Mijozga nasiyaga tovar berish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219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Qarz summasi va to'lov muddati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780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Qisman to'lovlarni qabul qilish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340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Muddati o'tgan qarzlar ogohlantirishi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900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Mijoz bo'yicha qarz tarixi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46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SMS/Telegram orqali eslatma yuborish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021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Hisobot: jami nasiya, to'langan, qolgan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444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  Chegirmalar (Skidki)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Foizli chegirma: 5%, 10%, 20%...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2219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Summaviy chegirma: 10,000 so'm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4780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Aksiya: muddatli maxsus narxlar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340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Promo-kod yaratish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9900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Kategoriya bo'yicha chegirma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246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Minimal xarid summasi sharti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5021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Statistika: qancha chegirma berildi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10. Ko'chmas mulk (Real Estate)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974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Mulklar ro'yxati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Barcha ko'chmas mulklaringiz: kvartira, do'kon, ofis. Manzil, maydoni, holati.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26974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371600"/>
            <a:ext cx="26974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t>Ijara shartnomalar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9202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Har mulk uchun ijarachi, summa, muddat. Shartnoma boshlanish/tugash sanasi.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6974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6974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Arial"/>
              </a:defRPr>
            </a:pPr>
            <a:r>
              <a:t>To'lov jadvali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Oylik to'lovlar ko'rinishi. Kutilayotgan, to'langan, muddati o'tgan.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371600"/>
            <a:ext cx="26974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371600"/>
            <a:ext cx="26974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Arial"/>
              </a:defRPr>
            </a:pPr>
            <a:r>
              <a:t>ROI hisoblash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9202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Daromadlilik foizi. Xarajatlar vs tushum. Investitsiya qoplash muddati.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31920"/>
            <a:ext cx="106984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95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Mulk kartasi — namuna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Arial"/>
              </a:defRPr>
            </a:pPr>
            <a:r>
              <a:t>Nomi: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Toshkent, Chilonzor 9, 45-uy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720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Arial"/>
              </a:defRPr>
            </a:pPr>
            <a:r>
              <a:t>Turi: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Do'kon (50 m2)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5720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Arial"/>
              </a:defRPr>
            </a:pPr>
            <a:r>
              <a:t>Ijarachi: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Aliyev Sardor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120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Arial"/>
              </a:defRPr>
            </a:pPr>
            <a:r>
              <a:t>Oylik ijara: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3,000,000 so'm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120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Arial"/>
              </a:defRPr>
            </a:pPr>
            <a:r>
              <a:t>Shartnoma: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01.01.2026 — 31.12.2026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120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Arial"/>
              </a:defRPr>
            </a:pPr>
            <a:r>
              <a:t>Holat: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Faol (to'lov kutilmoqda)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11. Sozlamalar (Settings)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974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Foydalanuvchilar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Yangi foydalanuvchi qo'shish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Rol va filial biriktirish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Parol tiklash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Bloklash / aktivlashtirish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71600"/>
            <a:ext cx="26974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371600"/>
            <a:ext cx="269748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Filiallar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Yangi filial qo'shish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Manzil va ish vaqti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Filialga xodim biriktirish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971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Filial bo'yicha hisobot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371600"/>
            <a:ext cx="26974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371600"/>
            <a:ext cx="269748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Printer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Chek printer sozlamalari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Printer turi tanlash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Test chek chiqarish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971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Chek shabloni tahrirlash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1371600"/>
            <a:ext cx="26974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89720" y="1371600"/>
            <a:ext cx="269748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Audit jurnal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Barcha amallar logi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Kim, qachon, nima qildi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Sana bo'yicha filtr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971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Eksport imkoniyati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Qo'shimcha sozlamalar: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846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  Billing — tarif rejasi va to'lov holati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166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  Til — O'zbekcha, Ruscha, English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  Valyuta kurslari — USD, EUR, RUB avtomatik yangilanadi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rial"/>
              </a:defRPr>
            </a:pPr>
            <a:r>
              <a:t>  Parol o'zgartirish — profil sozlamalari orqali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12. Kundalik ish tartibi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974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Ertalab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Tizimga kiring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Dashboard tekshiring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Kam qolgan tovarlarni ko'ring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Smena oching (kassir)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71600"/>
            <a:ext cx="26974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371600"/>
            <a:ext cx="269748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Kun davomida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Mijozlarga xizmat ko'rsating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Sotuvlarni amalga oshiring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Yangi tovar kelsa — kirim qiling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10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Nasiya to'lovlarni qabul qiling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371600"/>
            <a:ext cx="26974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371600"/>
            <a:ext cx="269748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Kechqurun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Smena yoping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Smena hisobotini tekshiring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Naqd pulni sanang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10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Ombor qoldiqlarini tekshiring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1371600"/>
            <a:ext cx="26974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89720" y="1371600"/>
            <a:ext cx="269748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Hafta oxiri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Haftalik hisobotni ko'ring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Top mahsulotlar tahlili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Kam qolgan tovarlar buyurtmasi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310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rial"/>
              </a:defRPr>
            </a:pPr>
            <a:r>
              <a:t>  Xodimlar ish grafigi rejasi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Tez-tez so'raladigan savollar: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731520" y="5303520"/>
          <a:ext cx="106984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04088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Savol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Javob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Parolni unutdim?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Administratorga murojaat qiling — u tiklaydi.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Tovar qo'sha olmayapman?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Kategoriya va birlik (unit) majburiy. Avval ularni qo'shing.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Chek chiqmayapti?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Sozlamalar &gt; Printer bo'limida printer ulanganini tekshiring.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Boshqa filial ma'lumoti ko'rinmaydi?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Siz faqat o'z filialingiz ma'lumotlarini ko'rasiz. Bu xavfsizlik.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53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0" y="1371600"/>
            <a:ext cx="21031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645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40AF"/>
                </a:solidFill>
                <a:latin typeface="Arial"/>
              </a:defRPr>
            </a:pPr>
            <a:r>
              <a:t>RAOS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Arial"/>
              </a:defRPr>
            </a:pPr>
            <a:r>
              <a:t>v3.0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Savollar bo'lsa — administratorga murojaat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3C5FD"/>
                </a:solidFill>
                <a:latin typeface="Arial"/>
              </a:defRPr>
            </a:pPr>
            <a:r>
              <a:t>Telegram: @raos_support  |  Email: support@raos.uz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FDBFE"/>
                </a:solidFill>
                <a:latin typeface="Arial"/>
              </a:defRPr>
            </a:pPr>
            <a:r>
              <a:t>Retail &amp; Asset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C5FD"/>
                </a:solidFill>
                <a:latin typeface="Arial"/>
              </a:defRPr>
            </a:pPr>
            <a:r>
              <a:t>RAOS  2025-2026. Barcha huquqlar himoyalangan.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Login sahifasi — Ekran ko'rinishi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Brauzerda ko'rinadigan tizimga kirish oynasi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Login — Maydonlar to'ldirilganda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Email va parol kiritilgan holat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login_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Dashboard — Bosh sahifa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Haftalik sotuv grafigi, top mahsulotlar, sidebar navigatsiya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Katalog — Mahsulotlar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Tovarlar ro'yxati sahifasi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Katalog — Kategoriyalar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Mahsulot kategoriyalari boshqaruvi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Katalog — Yetkazib beruvchilar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Yetkazib beruvchilar (postavshhiklar) ro'yxati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supp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Ombor (Inventar)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Zaxira holati, harakatlar tarixi, nakladnoy tablari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Mijozlar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Mijozlar bazasi — ism, telefon, xarid tarixi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Xodimlar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Xodimlar ro'yxati va rol boshqaruvi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wor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Hisobotlar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Kunlik tushum, top mahsulotlar, filial solishtirish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0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Analitika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Biznes ko'rsatkichlari: daromad, buyurtmalar, o'rtacha chek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1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Nasiya (Qarzlar)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Mijozlar qarz holati va to'lov tarixi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_nas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Chegirmalar boshqaruvi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Mahsulotlarga chegirma berish — foizli va summaviy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8_cheg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Ko'chmas mulk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Ijaralar, shartnomalar, to'lov jadvali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3_reale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Aksiyalar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Maxsus aksiya va promo-kodlar boshqaruvi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_promo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Valyuta kurslari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USD, EUR, RUB avtomatik yangilanuvchi kurslar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9_exchange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Topshiriqlar (Tasks)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Jamoa vazifalari va bajarilish holati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6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Sozlamalar — Foydalanuvchilar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Foydalanuvchi qo'shish, rol biriktirish, parol tiklash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4_settings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Sozlamalar — Filiallar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Filiallar boshqaruvi va manzillar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5_settings_bran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Sozlamalar — Printer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Chek printer sozlamalari va test chek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3_pri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Sozlamalar —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Tarif rejasi va to'lov holati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0_bi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Sozlamalar — Audit jurnal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Barcha amallar logi — kim, qachon, nima qildi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1_audit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Onboarding — Boshlang'ich sozlash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Arial"/>
              </a:defRPr>
            </a:pPr>
            <a:r>
              <a:t>Yangi foydalanuvchi uchun tizimni sozlash bosqichlari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2_onboar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960120"/>
            <a:ext cx="9916160" cy="55778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